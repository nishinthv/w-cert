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72" r:id="rId4"/>
    <p:sldId id="273" r:id="rId5"/>
    <p:sldId id="274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460"/>
          </a:xfrm>
        </p:spPr>
        <p:txBody>
          <a:bodyPr>
            <a:normAutofit fontScale="90000"/>
          </a:bodyPr>
          <a:p>
            <a:pPr algn="ctr"/>
            <a:br>
              <a:rPr lang="en-US" b="1"/>
            </a:br>
            <a:br>
              <a:rPr lang="en-US" b="1"/>
            </a:br>
            <a:br>
              <a:rPr lang="en-US" b="1"/>
            </a:br>
            <a:br>
              <a:rPr lang="en-US" b="1"/>
            </a:br>
            <a:br>
              <a:rPr lang="en-US" b="1"/>
            </a:br>
            <a:r>
              <a:rPr lang="en-US" sz="3110" b="1"/>
              <a:t>Title of Project</a:t>
            </a:r>
            <a:br>
              <a:rPr lang="en-US" sz="3110" b="1"/>
            </a:br>
            <a:r>
              <a:rPr lang="en-US" sz="3110" b="1"/>
              <a:t>Domain of Project</a:t>
            </a:r>
            <a:br>
              <a:rPr lang="en-US" sz="3110" b="1"/>
            </a:br>
            <a:r>
              <a:rPr lang="en-US" sz="3110" b="1"/>
              <a:t>Industry Supported/ In-House Project</a:t>
            </a:r>
            <a:endParaRPr lang="en-US" sz="3110" b="1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4268470"/>
            <a:ext cx="5181600" cy="1661160"/>
          </a:xfrm>
        </p:spPr>
        <p:txBody>
          <a:bodyPr>
            <a:normAutofit/>
          </a:bodyPr>
          <a:p>
            <a:r>
              <a:rPr lang="en-US" sz="1800"/>
              <a:t>Names of Students with ERP nos :</a:t>
            </a:r>
            <a:endParaRPr lang="en-US" sz="1800"/>
          </a:p>
          <a:p>
            <a:r>
              <a:rPr lang="en-US" sz="1800"/>
              <a:t>Name of BTech Capstone Project Guide :</a:t>
            </a:r>
            <a:endParaRPr lang="en-US" sz="1800"/>
          </a:p>
          <a:p>
            <a:endParaRPr lang="en-US"/>
          </a:p>
          <a:p>
            <a:endParaRPr lang="en-US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417445" y="201295"/>
            <a:ext cx="7536180" cy="1073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Agenda</a:t>
            </a:r>
            <a:endParaRPr lang="en-IN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3395" y="1362710"/>
            <a:ext cx="5504180" cy="823595"/>
          </a:xfrm>
        </p:spPr>
        <p:txBody>
          <a:bodyPr/>
          <a:p>
            <a:r>
              <a:rPr lang="en-IN" altLang="en-US"/>
              <a:t>TEAM</a:t>
            </a:r>
            <a:endParaRPr lang="en-I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757035" y="2588260"/>
            <a:ext cx="4598670" cy="3684905"/>
          </a:xfrm>
        </p:spPr>
        <p:txBody>
          <a:bodyPr>
            <a:normAutofit/>
          </a:bodyPr>
          <a:p>
            <a:r>
              <a:rPr lang="en-US"/>
              <a:t>Individual Aim</a:t>
            </a:r>
            <a:r>
              <a:rPr lang="en-IN" altLang="en-US"/>
              <a:t> </a:t>
            </a:r>
            <a:endParaRPr lang="en-US"/>
          </a:p>
          <a:p>
            <a:r>
              <a:rPr lang="en-US"/>
              <a:t>Individual Objective</a:t>
            </a:r>
            <a:endParaRPr lang="en-US"/>
          </a:p>
          <a:p>
            <a:r>
              <a:rPr>
                <a:latin typeface="Times New Roman" panose="02020603050405020304"/>
                <a:ea typeface="Times New Roman" panose="02020603050405020304"/>
                <a:sym typeface="+mn-ea"/>
              </a:rPr>
              <a:t>Communication &amp; presentation skills</a:t>
            </a:r>
            <a:endParaRPr>
              <a:latin typeface="Times New Roman" panose="02020603050405020304"/>
              <a:ea typeface="Times New Roman" panose="02020603050405020304"/>
            </a:endParaRPr>
          </a:p>
          <a:p>
            <a:r>
              <a:rPr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Programming &amp; ethics</a:t>
            </a:r>
            <a:endParaRPr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>
          <a:xfrm>
            <a:off x="6757670" y="1681480"/>
            <a:ext cx="4598035" cy="823595"/>
          </a:xfrm>
        </p:spPr>
        <p:txBody>
          <a:bodyPr/>
          <a:p>
            <a:r>
              <a:rPr lang="en-IN" altLang="en-US"/>
              <a:t>   INDIVIDUAL</a:t>
            </a:r>
            <a:endParaRPr lang="en-I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315595" y="2588260"/>
            <a:ext cx="5681980" cy="3684905"/>
          </a:xfrm>
        </p:spPr>
        <p:txBody>
          <a:bodyPr>
            <a:normAutofit fontScale="90000"/>
          </a:bodyPr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Literature Survey and Requirements Gathering</a:t>
            </a:r>
            <a:r>
              <a:rPr lang="en-IN" altLang="en-US">
                <a:sym typeface="+mn-ea"/>
              </a:rPr>
              <a:t> [ Inclusive of problem statement and its brief exaplanation]</a:t>
            </a:r>
            <a:endParaRPr lang="en-US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System Design</a:t>
            </a:r>
            <a:endParaRPr lang="en-US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Implementation and Testing </a:t>
            </a:r>
            <a:r>
              <a:rPr lang="en-US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(</a:t>
            </a:r>
            <a:r>
              <a:rPr lang="en-IN">
                <a:sym typeface="+mn-ea"/>
              </a:rPr>
              <a:t>Includes deployment strategies and security aspects </a:t>
            </a:r>
            <a:r>
              <a:rPr lang="en-US" altLang="en-IN">
                <a:sym typeface="+mn-ea"/>
              </a:rPr>
              <a:t>)</a:t>
            </a:r>
            <a:endParaRPr lang="en-IN"/>
          </a:p>
          <a:p>
            <a:pPr algn="just">
              <a:buFont typeface="Arial" panose="020B0604020202020204" pitchFamily="34" charset="0"/>
              <a:buChar char="•"/>
            </a:pPr>
            <a:r>
              <a:rPr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Team coordination &amp; ethics</a:t>
            </a:r>
            <a:r>
              <a:rPr lang="en-US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>
                <a:latin typeface="Times New Roman" panose="02020603050405020304"/>
                <a:ea typeface="Times New Roman" panose="02020603050405020304"/>
                <a:sym typeface="+mn-ea"/>
              </a:rPr>
              <a:t>Report &amp; Paper Writing</a:t>
            </a:r>
            <a:endParaRPr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TEAM</a:t>
            </a:r>
            <a:r>
              <a:rPr lang="en-US" altLang="en-IN"/>
              <a:t> - IN DETAILS</a:t>
            </a:r>
            <a:endParaRPr lang="en-US" altLang="en-IN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38200" y="1343660"/>
            <a:ext cx="10515600" cy="4833620"/>
          </a:xfrm>
        </p:spPr>
        <p:txBody>
          <a:bodyPr>
            <a:normAutofit/>
          </a:bodyPr>
          <a:p>
            <a:pPr algn="just"/>
            <a:endParaRPr lang="en-US" sz="2220">
              <a:sym typeface="+mn-ea"/>
            </a:endParaRPr>
          </a:p>
          <a:p>
            <a:pPr algn="just"/>
            <a:r>
              <a:rPr lang="en-US" sz="2220">
                <a:sym typeface="+mn-ea"/>
              </a:rPr>
              <a:t>Literature Survey and Requirements Gathering</a:t>
            </a:r>
            <a:r>
              <a:rPr lang="en-IN" altLang="en-US" sz="2220">
                <a:sym typeface="+mn-ea"/>
              </a:rPr>
              <a:t> [ Inclusive of problem statement and its brief explanation]</a:t>
            </a:r>
            <a:endParaRPr lang="en-IN" altLang="en-US" sz="2220">
              <a:sym typeface="+mn-ea"/>
            </a:endParaRPr>
          </a:p>
          <a:p>
            <a:pPr algn="just"/>
            <a:r>
              <a:rPr lang="en-IN" altLang="en-US" sz="2220">
                <a:sym typeface="+mn-ea"/>
              </a:rPr>
              <a:t>System design [ High and Low level design ]</a:t>
            </a:r>
            <a:endParaRPr lang="en-IN" altLang="en-US" sz="2220">
              <a:sym typeface="+mn-ea"/>
            </a:endParaRPr>
          </a:p>
          <a:p>
            <a:pPr algn="just"/>
            <a:r>
              <a:rPr lang="en-IN" altLang="en-US" sz="2220">
                <a:sym typeface="+mn-ea"/>
              </a:rPr>
              <a:t>Implementation of Project [ Algorithms,Techniques and Technologies used in detail ]</a:t>
            </a:r>
            <a:endParaRPr lang="en-IN" altLang="en-US" sz="2220">
              <a:sym typeface="+mn-ea"/>
            </a:endParaRPr>
          </a:p>
          <a:p>
            <a:pPr algn="just"/>
            <a:r>
              <a:rPr lang="en-US" sz="2220">
                <a:sym typeface="+mn-ea"/>
              </a:rPr>
              <a:t>Implementation and Testing </a:t>
            </a:r>
            <a:r>
              <a:rPr lang="en-US" sz="22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(</a:t>
            </a:r>
            <a:r>
              <a:rPr lang="en-IN" sz="2220">
                <a:sym typeface="+mn-ea"/>
              </a:rPr>
              <a:t>Includes deployment strategies and security aspects </a:t>
            </a:r>
            <a:r>
              <a:rPr lang="en-US" altLang="en-IN" sz="2220">
                <a:sym typeface="+mn-ea"/>
              </a:rPr>
              <a:t>)</a:t>
            </a:r>
            <a:endParaRPr lang="en-IN" sz="2220"/>
          </a:p>
          <a:p>
            <a:pPr algn="just"/>
            <a:r>
              <a:rPr lang="en-IN" altLang="en-US" sz="2220">
                <a:sym typeface="+mn-ea"/>
              </a:rPr>
              <a:t>Source code - Programming style,strategies used and its ethics</a:t>
            </a:r>
            <a:endParaRPr lang="en-IN" altLang="en-US" sz="2220">
              <a:sym typeface="+mn-ea"/>
            </a:endParaRPr>
          </a:p>
          <a:p>
            <a:pPr algn="just"/>
            <a:r>
              <a:rPr lang="en-IN" altLang="en-US" sz="2220">
                <a:sym typeface="+mn-ea"/>
              </a:rPr>
              <a:t>Deployment Strategies</a:t>
            </a:r>
            <a:endParaRPr lang="en-IN" altLang="en-US" sz="2220">
              <a:sym typeface="+mn-ea"/>
            </a:endParaRPr>
          </a:p>
          <a:p>
            <a:pPr algn="just"/>
            <a:r>
              <a:rPr lang="en-IN" altLang="en-US" sz="2220">
                <a:sym typeface="+mn-ea"/>
              </a:rPr>
              <a:t>Security aspects and project maintenance</a:t>
            </a:r>
            <a:endParaRPr lang="en-IN" altLang="en-US" sz="2220">
              <a:sym typeface="+mn-ea"/>
            </a:endParaRPr>
          </a:p>
          <a:p>
            <a:pPr algn="just"/>
            <a:r>
              <a:rPr sz="22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Team coordination &amp; ethics</a:t>
            </a:r>
            <a:r>
              <a:rPr lang="en-US" sz="22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</a:t>
            </a:r>
            <a:r>
              <a:rPr sz="2220">
                <a:latin typeface="Times New Roman" panose="02020603050405020304"/>
                <a:ea typeface="Times New Roman" panose="02020603050405020304"/>
                <a:sym typeface="+mn-ea"/>
              </a:rPr>
              <a:t>Report &amp; Paper Writing</a:t>
            </a:r>
            <a:endParaRPr sz="222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just"/>
            <a:r>
              <a:rPr lang="en-IN" altLang="en-US" sz="2220">
                <a:sym typeface="+mn-ea"/>
              </a:rPr>
              <a:t>future aspects</a:t>
            </a:r>
            <a:endParaRPr lang="en-IN" altLang="en-US" sz="2220">
              <a:sym typeface="+mn-ea"/>
            </a:endParaRPr>
          </a:p>
          <a:p>
            <a:endParaRPr lang="en-IN" altLang="en-US">
              <a:sym typeface="+mn-ea"/>
            </a:endParaRPr>
          </a:p>
          <a:p>
            <a:endParaRPr lang="en-IN" altLang="en-US">
              <a:sym typeface="+mn-ea"/>
            </a:endParaRPr>
          </a:p>
          <a:p>
            <a:endParaRPr lang="en-IN" altLang="en-US">
              <a:sym typeface="+mn-ea"/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INDIVIDUAL</a:t>
            </a:r>
            <a:r>
              <a:rPr lang="en-US" altLang="en-IN">
                <a:sym typeface="+mn-ea"/>
              </a:rPr>
              <a:t> -</a:t>
            </a:r>
            <a:r>
              <a:rPr lang="en-US" altLang="en-IN">
                <a:sym typeface="+mn-ea"/>
              </a:rPr>
              <a:t>IN DETAILS</a:t>
            </a:r>
            <a:endParaRPr lang="en-US" altLang="en-IN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en-US">
                <a:sym typeface="+mn-ea"/>
              </a:rPr>
              <a:t>Individual Aim</a:t>
            </a:r>
            <a:r>
              <a:rPr lang="en-IN" altLang="en-US">
                <a:sym typeface="+mn-ea"/>
              </a:rPr>
              <a:t> [ Every student must identify the same ]</a:t>
            </a:r>
            <a:endParaRPr lang="en-US" altLang="en-US">
              <a:sym typeface="+mn-ea"/>
            </a:endParaRPr>
          </a:p>
          <a:p>
            <a:pPr algn="just"/>
            <a:r>
              <a:rPr lang="en-IN" altLang="en-US">
                <a:sym typeface="+mn-ea"/>
              </a:rPr>
              <a:t>{ REFER BY INDIVIDUAL STUDENT NAME AND THEIR AIM }</a:t>
            </a:r>
            <a:endParaRPr lang="en-US" altLang="en-US">
              <a:sym typeface="+mn-ea"/>
            </a:endParaRPr>
          </a:p>
          <a:p>
            <a:pPr algn="just"/>
            <a:r>
              <a:rPr lang="en-US">
                <a:sym typeface="+mn-ea"/>
              </a:rPr>
              <a:t>Individual Objective</a:t>
            </a:r>
            <a:r>
              <a:rPr lang="en-IN" altLang="en-US">
                <a:sym typeface="+mn-ea"/>
              </a:rPr>
              <a:t> </a:t>
            </a:r>
            <a:r>
              <a:rPr lang="en-IN" altLang="en-US">
                <a:sym typeface="+mn-ea"/>
              </a:rPr>
              <a:t>[ Every student must identify the same ]</a:t>
            </a:r>
            <a:endParaRPr lang="en-IN" altLang="en-US">
              <a:sym typeface="+mn-ea"/>
            </a:endParaRPr>
          </a:p>
          <a:p>
            <a:pPr algn="just"/>
            <a:r>
              <a:rPr lang="en-IN" altLang="en-US">
                <a:sym typeface="+mn-ea"/>
              </a:rPr>
              <a:t>{ REFER BY INDIVIDUAL STUDENT NAME AND THEIR OBJECTIVE }</a:t>
            </a:r>
            <a:endParaRPr lang="en-IN" altLang="en-US">
              <a:sym typeface="+mn-ea"/>
            </a:endParaRPr>
          </a:p>
          <a:p>
            <a:pPr algn="just"/>
            <a:r>
              <a:rPr lang="en-US" b="1">
                <a:sym typeface="+mn-ea"/>
              </a:rPr>
              <a:t>Individual contribution with module design</a:t>
            </a:r>
            <a:r>
              <a:rPr lang="en-IN" altLang="en-US" b="1">
                <a:sym typeface="+mn-ea"/>
              </a:rPr>
              <a:t> and implementation [ Every student must identify and highlight individual contribution and individual project module design and implementation, CORELATE STUDENT NAME AND THEIR MODULE ]</a:t>
            </a:r>
            <a:endParaRPr lang="en-IN" altLang="en-US" b="1">
              <a:sym typeface="+mn-ea"/>
            </a:endParaRPr>
          </a:p>
          <a:p>
            <a:pPr algn="just"/>
            <a:r>
              <a:rPr>
                <a:latin typeface="Times New Roman" panose="02020603050405020304"/>
                <a:ea typeface="Times New Roman" panose="02020603050405020304"/>
                <a:sym typeface="+mn-ea"/>
              </a:rPr>
              <a:t>Communication &amp; presentation skills</a:t>
            </a:r>
            <a:endParaRPr>
              <a:latin typeface="Times New Roman" panose="02020603050405020304"/>
              <a:ea typeface="Times New Roman" panose="02020603050405020304"/>
            </a:endParaRPr>
          </a:p>
          <a:p>
            <a:pPr algn="just"/>
            <a:r>
              <a:rPr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Programming &amp; ethics</a:t>
            </a:r>
            <a:endParaRPr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just"/>
            <a:endParaRPr lang="en-IN" alt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Publication details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Details on Literature Review Paper </a:t>
            </a:r>
            <a:endParaRPr lang="en-US"/>
          </a:p>
          <a:p>
            <a:endParaRPr lang="en-US"/>
          </a:p>
          <a:p>
            <a:r>
              <a:rPr lang="en-US"/>
              <a:t>Details of Implementation Paper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References slide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1661</Words>
  <Application>WPS Presentation</Application>
  <PresentationFormat>Widescreen</PresentationFormat>
  <Paragraphs>87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     Title of Project Domain of Project Industry Supported/ In-House Project</vt:lpstr>
      <vt:lpstr>Agenda</vt:lpstr>
      <vt:lpstr>TEAM - IN DETAILS</vt:lpstr>
      <vt:lpstr>INDIVIDUAL -IN DETAILS</vt:lpstr>
      <vt:lpstr>Publication details</vt:lpstr>
      <vt:lpstr>References slide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  Title of Project Domain of Project</dc:title>
  <dc:creator/>
  <cp:lastModifiedBy>madhuraphatak17</cp:lastModifiedBy>
  <cp:revision>13</cp:revision>
  <dcterms:created xsi:type="dcterms:W3CDTF">2022-09-29T04:27:00Z</dcterms:created>
  <dcterms:modified xsi:type="dcterms:W3CDTF">2025-11-03T05:38:33Z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C9C5909E2F754E3DB4590CCAD30120C7_13</vt:lpwstr>
  </property>
  <property fmtid="{D5CDD505-2E9C-101B-9397-08002B2CF9AE}" pid="3" name="KSOProductBuildVer">
    <vt:lpwstr>1033-12.2.0.23131</vt:lpwstr>
  </property>
</Properties>
</file>